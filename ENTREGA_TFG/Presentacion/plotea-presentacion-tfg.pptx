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326abea1ff42a1" /><Relationship Type="http://schemas.openxmlformats.org/officeDocument/2006/relationships/extended-properties" Target="/docProps/app.xml" Id="Rd98c4f11f4ad48d5" /><Relationship Type="http://schemas.openxmlformats.org/officeDocument/2006/relationships/officeDocument" Target="/ppt/presentation.xml" Id="Rf5d919e9a6324a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eaf1c3b14d4520"/>
  </p:sldMasterIdLst>
  <p:notesMasterIdLst>
    <p:notesMasterId xmlns:r="http://schemas.openxmlformats.org/officeDocument/2006/relationships" r:id="R758062cb98e54647"/>
  </p:notesMasterIdLst>
  <p:sldIdLst>
    <p:sldId xmlns:r="http://schemas.openxmlformats.org/officeDocument/2006/relationships" id="256" r:id="R420a054007054720"/>
    <p:sldId xmlns:r="http://schemas.openxmlformats.org/officeDocument/2006/relationships" id="257" r:id="R830432527cef4257"/>
    <p:sldId xmlns:r="http://schemas.openxmlformats.org/officeDocument/2006/relationships" id="258" r:id="Rdc87669512d64e0b"/>
    <p:sldId xmlns:r="http://schemas.openxmlformats.org/officeDocument/2006/relationships" id="259" r:id="Rb2edd7a94e944dbc"/>
    <p:sldId xmlns:r="http://schemas.openxmlformats.org/officeDocument/2006/relationships" id="260" r:id="Rf48c06a1050f4ac5"/>
    <p:sldId xmlns:r="http://schemas.openxmlformats.org/officeDocument/2006/relationships" id="261" r:id="Rab30890147ea4879"/>
    <p:sldId xmlns:r="http://schemas.openxmlformats.org/officeDocument/2006/relationships" id="262" r:id="Rfbb0149ddad24c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af1c3b14d4520" /><Relationship Type="http://schemas.openxmlformats.org/officeDocument/2006/relationships/theme" Target="/ppt/theme/theme1.xml" Id="Rfe6bda49663b4d1f" /><Relationship Type="http://schemas.openxmlformats.org/officeDocument/2006/relationships/notesMaster" Target="/ppt/notesMasters/notesMaster1.xml" Id="R758062cb98e54647" /><Relationship Type="http://schemas.openxmlformats.org/officeDocument/2006/relationships/presProps" Target="/ppt/presProps.xml" Id="R15cb6fb0be154cec" /><Relationship Type="http://schemas.openxmlformats.org/officeDocument/2006/relationships/viewProps" Target="/ppt/viewProps.xml" Id="Rb157be7b6911459e" /><Relationship Type="http://schemas.openxmlformats.org/officeDocument/2006/relationships/tableStyles" Target="/ppt/tableStyles.xml" Id="R771f4e097ce740ad" /><Relationship Type="http://schemas.openxmlformats.org/officeDocument/2006/relationships/slide" Target="/ppt/slides/slide1.xml" Id="R420a054007054720" /><Relationship Type="http://schemas.openxmlformats.org/officeDocument/2006/relationships/slide" Target="/ppt/slides/slide2.xml" Id="R830432527cef4257" /><Relationship Type="http://schemas.openxmlformats.org/officeDocument/2006/relationships/slide" Target="/ppt/slides/slide3.xml" Id="Rdc87669512d64e0b" /><Relationship Type="http://schemas.openxmlformats.org/officeDocument/2006/relationships/slide" Target="/ppt/slides/slide4.xml" Id="Rb2edd7a94e944dbc" /><Relationship Type="http://schemas.openxmlformats.org/officeDocument/2006/relationships/slide" Target="/ppt/slides/slide5.xml" Id="Rf48c06a1050f4ac5" /><Relationship Type="http://schemas.openxmlformats.org/officeDocument/2006/relationships/slide" Target="/ppt/slides/slide6.xml" Id="Rab30890147ea4879" /><Relationship Type="http://schemas.openxmlformats.org/officeDocument/2006/relationships/slide" Target="/ppt/slides/slide7.xml" Id="Rfbb0149ddad24c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fac038f9d3440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a8172f6c184f93" /><Relationship Type="http://schemas.openxmlformats.org/officeDocument/2006/relationships/notesMaster" Target="/ppt/notesMasters/notesMaster1.xml" Id="R20689df1073646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a34a1d39ef4fb3" /><Relationship Type="http://schemas.openxmlformats.org/officeDocument/2006/relationships/notesMaster" Target="/ppt/notesMasters/notesMaster1.xml" Id="R5ef948de553141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5946404f534f6f" /><Relationship Type="http://schemas.openxmlformats.org/officeDocument/2006/relationships/notesMaster" Target="/ppt/notesMasters/notesMaster1.xml" Id="Rb5b5a3e881c644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d363f392c8433c" /><Relationship Type="http://schemas.openxmlformats.org/officeDocument/2006/relationships/notesMaster" Target="/ppt/notesMasters/notesMaster1.xml" Id="R59ac6471064e4d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722f194f224d71" /><Relationship Type="http://schemas.openxmlformats.org/officeDocument/2006/relationships/notesMaster" Target="/ppt/notesMasters/notesMaster1.xml" Id="R573315a90b8f4c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d65fe7c7e84f7b" /><Relationship Type="http://schemas.openxmlformats.org/officeDocument/2006/relationships/notesMaster" Target="/ppt/notesMasters/notesMaster1.xml" Id="R5fde11799f0140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ce67cc289b4265" /><Relationship Type="http://schemas.openxmlformats.org/officeDocument/2006/relationships/notesMaster" Target="/ppt/notesMasters/notesMaster1.xml" Id="Ra50217e4328142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d7a6738f54f3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f65f1c337e44906" /><Relationship Type="http://schemas.openxmlformats.org/officeDocument/2006/relationships/slideLayout" Target="/ppt/slideLayouts/slideLayout2.xml" Id="R37cff5cc04964d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ff5cc04964d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3c73d1708943d9" /><Relationship Type="http://schemas.openxmlformats.org/officeDocument/2006/relationships/image" Target="/ppt/media/image.png" Id="R13db8ee7f3794472" /><Relationship Type="http://schemas.openxmlformats.org/officeDocument/2006/relationships/notesSlide" Target="/ppt/notesSlides/notesSlide1.xml" Id="Rfcf652c4cc154a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d70c39265c4909" /><Relationship Type="http://schemas.openxmlformats.org/officeDocument/2006/relationships/notesSlide" Target="/ppt/notesSlides/notesSlide2.xml" Id="Rf19dee1f749f41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655cbb770045c3" /><Relationship Type="http://schemas.openxmlformats.org/officeDocument/2006/relationships/notesSlide" Target="/ppt/notesSlides/notesSlide3.xml" Id="R6b96f7a2111a4b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6c8a254314fe9" /><Relationship Type="http://schemas.openxmlformats.org/officeDocument/2006/relationships/notesSlide" Target="/ppt/notesSlides/notesSlide4.xml" Id="R3231e4e209be41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36b63a2909481d" /><Relationship Type="http://schemas.openxmlformats.org/officeDocument/2006/relationships/notesSlide" Target="/ppt/notesSlides/notesSlide5.xml" Id="R46c7738dd0d144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1a10f96e874889" /><Relationship Type="http://schemas.openxmlformats.org/officeDocument/2006/relationships/notesSlide" Target="/ppt/notesSlides/notesSlide6.xml" Id="R77fe8b435c184d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0c6644f2d44725" /><Relationship Type="http://schemas.openxmlformats.org/officeDocument/2006/relationships/notesSlide" Target="/ppt/notesSlides/notesSlide7.xml" Id="R5205d3c5998c44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31F05E-B4DB-4A55-8683-8AEE645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b8ee7f3794472"/>
          <a:stretch xmlns:a="http://schemas.openxmlformats.org/drawingml/2006/main"/>
        </p:blipFill>
        <p:spPr>
          <a:xfrm xmlns:a="http://schemas.openxmlformats.org/drawingml/2006/main">
            <a:off x="1238250" y="2234045"/>
            <a:ext cx="4381500" cy="238990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54B2B-5DA4-4BE2-8505-2F6605D7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60295"/>
            <a:ext cx="4953000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ECF8E"/>
                </a:solidFill>
              </a:defRPr>
            </a:pPr>
            <a:r>
              <a:t>Plotea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BF284-5D90-4B14-B556-4234AEA5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1785"/>
            <a:ext cx="4953000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FFFFFF"/>
                </a:solidFill>
              </a:defRPr>
            </a:pPr>
            <a:r>
              <a:t>Presentacion TFG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8D488-0696-456A-BBE5-8DE6F6EA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40455"/>
            <a:ext cx="49530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9A9A9A"/>
                </a:solidFill>
              </a:defRPr>
            </a:pPr>
            <a:r>
              <a:t>Red social para registrar lo que ves, descubrir peliculas y decidir rapido que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BB9BB-8D83-4F9C-B195-4D0F84E6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14825"/>
            <a:ext cx="49530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D7D7D"/>
                </a:solidFill>
              </a:defRPr>
            </a:pPr>
            <a:r>
              <a:t>Juan Caro Vaquero  |  DAM 2025-2026</a:t>
            </a:r>
          </a:p>
        </p:txBody>
      </p:sp>
    </p:spTree>
    <p:extLst>
      <p:ext uri="{BB962C8B-B14F-4D97-AF65-F5344CB8AC3E}">
        <p14:creationId xmlns:p14="http://schemas.microsoft.com/office/powerpoint/2010/main" val="1858544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0F838-0D71-436A-9320-8487FFBD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9ACB6-5F43-458E-8C66-0E25D03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76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ECF8E"/>
                </a:solidFill>
              </a:defRPr>
            </a:pPr>
            <a:r>
              <a:t>Introduccion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7D560-581F-4ACD-9E77-F2811E3F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9640"/>
            <a:ext cx="4762500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</a:defRPr>
            </a:pPr>
            <a:r>
              <a:t>Plotea nace como la app que a mi me gustaria usar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89580-CECB-4D6F-93AE-FA6378D6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406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A9A9A"/>
                </a:solidFill>
              </a:defRPr>
            </a:pPr>
            <a:r>
              <a:t>Una experiencia pensada para registrar, descubrir y decidir rapido.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2DEB3-CF07-4B09-AB98-84A1C7F9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7960"/>
            <a:ext cx="476250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7D7D7"/>
                </a:solidFill>
              </a:defRPr>
            </a:pPr>
            <a:r>
              <a:t>La idea no era crear una red social generica, sino una herramienta diaria para tener a mano todo lo visto y encontrar algo nuevo sin friccion.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54575-C32C-4FE3-B1B6-15CE8271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9600"/>
            <a:ext cx="5867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8B040-1AA8-4FF3-97D9-BF17ABD8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838200"/>
            <a:ext cx="5410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Que 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2BE29-B925-4288-9EB0-42391F62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45870"/>
            <a:ext cx="54102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Una app para fomentar ver peliculas como red social, apuntar lo que ves y conocer mas cine.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F2783-04E2-401A-8262-0D0DD05B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58674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703A8-324A-4DE8-A781-8FD3C4B0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57450"/>
            <a:ext cx="5410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Para quien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6E9F1-802E-462E-9612-825C164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65120"/>
            <a:ext cx="54102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Para un usuario que quiere guardar su historial, decidir rapido que ver y usar funciones como random o decisiones en pareja.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F8FCE-653B-4096-8049-9CAD73FB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38600"/>
            <a:ext cx="586740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CF03E-952F-4AC2-813F-049EAB69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67200"/>
            <a:ext cx="5410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Por que mejora Letterboxd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870D8-4350-4059-88F7-A585DD46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74870"/>
            <a:ext cx="1524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ECF8E"/>
                </a:solidFill>
              </a:defRPr>
            </a:pPr>
            <a: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84B2A-6DD3-441B-BBB5-254050BA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74870"/>
            <a:ext cx="5048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Mas agil y mas intuitiva.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007E3-FEE3-4A51-AAFB-19FA17C9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13960"/>
            <a:ext cx="1524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ECF8E"/>
                </a:solidFill>
              </a:defRPr>
            </a:pPr>
            <a: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FC148-3BEA-4AD9-8159-312780DB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3960"/>
            <a:ext cx="5048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Menos cargada y mas comoda en el uso diario.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52031-0095-4F84-A29F-009DCC00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53050"/>
            <a:ext cx="1524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ECF8E"/>
                </a:solidFill>
              </a:defRPr>
            </a:pPr>
            <a: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DE16D-CA17-44FB-9F73-0647BDA0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504825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Pensada como una mejora esencial de Letterboxd.</a:t>
            </a:r>
          </a:p>
        </p:txBody>
      </p:sp>
    </p:spTree>
    <p:extLst>
      <p:ext uri="{BB962C8B-B14F-4D97-AF65-F5344CB8AC3E}">
        <p14:creationId xmlns:p14="http://schemas.microsoft.com/office/powerpoint/2010/main" val="366309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7D360-7FAC-462A-93DA-192C7554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FE815-45D1-47EA-8ACD-CEEC5F12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57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ECF8E"/>
                </a:solidFill>
              </a:defRPr>
            </a:pPr>
            <a:r>
              <a:t>Desarrollo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A2A83-531B-4C4B-9124-440619A1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9640"/>
            <a:ext cx="85725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</a:defRPr>
            </a:pPr>
            <a:r>
              <a:t>El proyecto crecio por fases funcionales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B4512-2E0F-49B8-BB8B-008FD2A9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A9A9A"/>
                </a:solidFill>
              </a:defRPr>
            </a:pPr>
            <a:r>
              <a:t>Primero se consolidaron las bases y despues se anadio la capa social.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2D2A4-3350-4352-9057-0C0D480B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383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26262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24331-D611-46DB-A345-141997E3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5811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B47E"/>
                </a:solidFill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92FFD-9849-46C8-A491-9EB8FF0E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9370"/>
            <a:ext cx="15811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Auth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1EBAE-3E85-4F52-A7D0-06E0A0C1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58115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A9A"/>
                </a:solidFill>
              </a:defRPr>
            </a:pPr>
            <a:r>
              <a:t>Base de acceso, sesion y persistencia.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EA77D-FBC5-4302-B0BB-FBB09F0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383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26262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4397B-CC09-4CDA-8E0D-3CF4907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5811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B47E"/>
                </a:solidFill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57C0B-379D-4616-81A5-D78B4537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9370"/>
            <a:ext cx="15811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Home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F50A7-01F5-4E9C-9497-27E332E4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90850"/>
            <a:ext cx="158115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A9A"/>
                </a:solidFill>
              </a:defRPr>
            </a:pPr>
            <a:r>
              <a:t>Pantalla principal y descubrimiento inicial.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604B8-0475-4CEB-A32B-FA7D93D9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76450"/>
            <a:ext cx="20383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26262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B0422-2C07-4DF2-8995-2C7BAFF2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15811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B47E"/>
                </a:solidFill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0B9B9-1E6B-48BF-846F-CC0B1A1A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9370"/>
            <a:ext cx="15811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Perfil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0D02C-11F8-4AF6-9899-82EB85E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90850"/>
            <a:ext cx="158115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A9A"/>
                </a:solidFill>
              </a:defRPr>
            </a:pPr>
            <a:r>
              <a:t>Historial personal, stats y seguimiento propio.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60344-83AA-40E0-BFB8-C848D459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76450"/>
            <a:ext cx="20383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26262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E36BF-B8D6-4010-BAE0-9289845E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15811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B47E"/>
                </a:solidFill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CCBF9-C67D-4E3F-B437-99CA3568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9370"/>
            <a:ext cx="15811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Social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67C32-87F6-42A0-8F87-383CDBAC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1581150" cy="582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A9A"/>
                </a:solidFill>
              </a:defRPr>
            </a:pPr>
            <a:r>
              <a:t>Interaccion entre usuarios, comentarios y actividad.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167C7-ED90-49C5-BEAF-F5A67FC2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20383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26262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F7EE2-323C-4852-8A9D-225F6216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05050"/>
            <a:ext cx="158115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B47E"/>
                </a:solidFill>
              </a:defRPr>
            </a:pPr>
            <a: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202AD-8D94-4124-B8DE-A69EC1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9370"/>
            <a:ext cx="15811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Listas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F2424-CA7E-4EDB-ACDD-65D1844B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90850"/>
            <a:ext cx="1581150" cy="582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A9A"/>
                </a:solidFill>
              </a:defRPr>
            </a:pPr>
            <a:r>
              <a:t>Organizacion de peliculas y colaboracion.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56CB7-9F4F-4D0C-A30B-D378658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9980B-81BA-4B38-A4F6-BAB1C612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2920"/>
            <a:ext cx="2667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ECF8E"/>
                </a:solidFill>
              </a:defRPr>
            </a:pPr>
            <a:r>
              <a:t>Lo que mejor representa Plotea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D4E49-1968-41A4-9644-E8706C09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667000" cy="582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A9A"/>
                </a:solidFill>
              </a:defRPr>
            </a:pPr>
            <a:r>
              <a:t>La parte mas propia del proyecto esta en la opinion, la conversacion y la decision de que ver.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E28F9-BBA6-43E1-9DA7-44064C26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81500"/>
            <a:ext cx="22860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262626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914A61-2703-4541-B455-0013C9F8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10100"/>
            <a:ext cx="1828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B47E"/>
                </a:solidFill>
              </a:defRPr>
            </a:pPr>
            <a:r>
              <a:t>Clave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3C5D5D-481E-41EA-8B55-8871E99E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84420"/>
            <a:ext cx="18288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Reseñas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557556-C925-4F00-90D1-BEE899D9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95900"/>
            <a:ext cx="1828800" cy="582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A9A"/>
                </a:solidFill>
              </a:defRPr>
            </a:pPr>
            <a:r>
              <a:t>Permiten registrar opinion y valorar peliculas de forma personal.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7DBC9-B2A7-4E35-9593-FEA1559A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22860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262626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5B34D1-E556-439C-997E-11A5422B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1828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B47E"/>
                </a:solidFill>
              </a:defRPr>
            </a:pPr>
            <a:r>
              <a:t>Clave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0DE849-36C4-4E20-92B8-7D17372B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84420"/>
            <a:ext cx="18288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Comentarios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211BA6-7805-4139-9338-3A6A6485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18288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A9A"/>
                </a:solidFill>
              </a:defRPr>
            </a:pPr>
            <a:r>
              <a:t>Aportan la parte social y la conversacion sobre lo visto.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C24442-2BAF-4362-B22D-7554C7BD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81500"/>
            <a:ext cx="22860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262626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CE07E1-B8F2-427A-826A-BEF2E01F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0100"/>
            <a:ext cx="1828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B47E"/>
                </a:solidFill>
              </a:defRPr>
            </a:pPr>
            <a:r>
              <a:t>Clave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59E317-E15D-4104-B6C2-B503A892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84420"/>
            <a:ext cx="18288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Random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02AFEC-C0C2-494A-A636-E9F1E583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95900"/>
            <a:ext cx="18288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A9A9A"/>
                </a:solidFill>
              </a:defRPr>
            </a:pPr>
            <a:r>
              <a:t>Ayuda a decidir rapido que ver, incluso en pareja.</a:t>
            </a:r>
          </a:p>
        </p:txBody>
      </p:sp>
    </p:spTree>
    <p:extLst>
      <p:ext uri="{BB962C8B-B14F-4D97-AF65-F5344CB8AC3E}">
        <p14:creationId xmlns:p14="http://schemas.microsoft.com/office/powerpoint/2010/main" val="438210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E1F9AD-2C3B-41C9-A423-E0F875C4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9F5B3-1284-4E3C-83E6-6F130C17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57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ECF8E"/>
                </a:solidFill>
              </a:defRPr>
            </a:pPr>
            <a:r>
              <a:t>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D9D65-3D77-4D9B-8956-CD420C4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9640"/>
            <a:ext cx="85725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</a:defRPr>
            </a:pPr>
            <a:r>
              <a:t>Una base tecnica sencilla, clara y mantenible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BB2BD-4B80-407D-AA5A-8C18FDA5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A9A9A"/>
                </a:solidFill>
              </a:defRPr>
            </a:pPr>
            <a:r>
              <a:t>Frontend movil, backend propio y una sola API externa principal.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B7F24-3D4E-4D86-8058-4F8794DE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543300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4CCD3-D407-4A6A-9E20-C1A75769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30861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4D247-7E7F-4A8B-9CD1-8D3739AB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4620"/>
            <a:ext cx="30861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React Native con Expo, Expo Notifications, FCM en Android y builds con EAS.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A87A8-1279-4A86-8448-43464F76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543300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CCADF-B1BF-469B-AA89-EEEB8939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30861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0F6AE-2BA0-4C3D-8BB9-FCB54F01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74620"/>
            <a:ext cx="30861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Python con FastAPI, Uvicorn, SQLAlchemy async y Alembic sobre PostgreSQL.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360FA-3AE1-4044-8C7D-3E113674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3543300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EAD61-5A10-4803-9D6B-71B65F9B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0861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Servicios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868B9-634D-4103-9D56-6ED5788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4620"/>
            <a:ext cx="30861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TMDB API para catalogo, Railway para despliegue y Resend para correos.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BEE37-0E4B-4719-980B-0E2E14A1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179070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4E32D-18F4-4CCB-95CA-4D739077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34290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Patron general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8EB74-D554-4DAD-AA08-2076E4B9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542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7D7D7"/>
                </a:solidFill>
              </a:defRPr>
            </a:pPr>
            <a:r>
              <a:t>Cliente movil  →  API propia  →  Base de datos y servicios externos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57718-27FF-4E1E-B23F-3AE3092B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30480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Organizacion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FC872-EC8C-4E6B-A5C9-1C8D294C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46370"/>
            <a:ext cx="30480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A9A9A"/>
                </a:solidFill>
              </a:defRPr>
            </a:pPr>
            <a:r>
              <a:t>Clean Architecture para separar dominio, datos, presentacion e infraestructura.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DDECE-4836-4CB9-8B6D-A8CE1AAA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76800"/>
            <a:ext cx="34290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Objetivo tecnico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FF7C2-0F2D-41E0-AEB4-9C7A8CD6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46370"/>
            <a:ext cx="34290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A9A9A"/>
                </a:solidFill>
              </a:defRPr>
            </a:pPr>
            <a:r>
              <a:t>Mantener el proyecto escalable, desplegable y facil de seguir durante el desarrollo.</a:t>
            </a:r>
          </a:p>
        </p:txBody>
      </p:sp>
    </p:spTree>
    <p:extLst>
      <p:ext uri="{BB962C8B-B14F-4D97-AF65-F5344CB8AC3E}">
        <p14:creationId xmlns:p14="http://schemas.microsoft.com/office/powerpoint/2010/main" val="1428286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C4852-293A-4336-ABBE-F1335175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9F345-365B-4E4E-B1B6-68D936D0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57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ECF8E"/>
                </a:solidFill>
              </a:defRPr>
            </a:pPr>
            <a:r>
              <a:t>Dificultades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F196B-EA8E-46D5-8E51-DE787D67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9640"/>
            <a:ext cx="85725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</a:defRPr>
            </a:pPr>
            <a:r>
              <a:t>No fue un proyecto facil de cerrar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7F534-73D5-42AE-A072-DA080C60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A9A9A"/>
                </a:solidFill>
              </a:defRPr>
            </a:pPr>
            <a:r>
              <a:t>Los problemas principales estuvieron en el entorno, el tiempo y la validacion.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B5246-1749-4C34-99D1-5DE2E6F9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3911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848ED-A6B2-4CFA-B7D4-106C5D22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9339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Entornos distintos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BAFCC-CBD1-40AC-904D-8047B03C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2720"/>
            <a:ext cx="493395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Desarrollar en varios PCs obligo a resolver diferencias de configuracion y continuidad.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30816-38F0-41BA-8639-A0DFC512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3D834-C84D-4D9A-95F2-C229CB5D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49339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Presion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896F4-7E5D-40E1-B3F4-E2F16041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12720"/>
            <a:ext cx="493395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La ultima semana concentro mucho estres y exigio cerrar demasiadas cosas a la vez.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6D8B5-9FE3-40B1-A6E9-268AD5C7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3911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C9156-B2A5-4668-9BB5-6BB406B5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9339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Mas complejo de lo esperado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A6C19-C89F-4E30-ADD7-78814BBB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1570"/>
            <a:ext cx="493395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Al principio parecia un proyecto mas sencillo de lo que realmente termino siendo.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02146-AC48-460C-8CB1-766BA065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53911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2D081-33AF-47C9-991E-180FC48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49339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541B2-0A13-47DB-BA63-44599499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41570"/>
            <a:ext cx="493395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Probar y validar cada parte, y sobre todo que todo funcionara junto, llevo bastante esfuerzo.</a:t>
            </a:r>
          </a:p>
        </p:txBody>
      </p:sp>
    </p:spTree>
    <p:extLst>
      <p:ext uri="{BB962C8B-B14F-4D97-AF65-F5344CB8AC3E}">
        <p14:creationId xmlns:p14="http://schemas.microsoft.com/office/powerpoint/2010/main" val="1730579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D8EEF-3E9A-430D-A8B3-2674A544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8261D-6313-475B-B218-59735CFA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ECF8E"/>
                </a:solidFill>
              </a:defRPr>
            </a:pPr>
            <a:r>
              <a:t>Mejoras futuras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68902-A2EF-447B-8DD3-759E9FF2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9640"/>
            <a:ext cx="876300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</a:defRPr>
            </a:pPr>
            <a:r>
              <a:t>La base esta hecha, ahora toca ampliar valor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7136E-A702-417E-BF1A-3B27DC4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76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A9A9A"/>
                </a:solidFill>
              </a:defRPr>
            </a:pPr>
            <a:r>
              <a:t>Las siguientes ideas refuerzan sobre todo el descubrimiento y la personalizacion.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1657A-B7D8-441A-B5BF-F9AF9952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600325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BAC77-1100-4491-B598-A5A91161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14312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Wrapped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A49A0-1C95-41B7-AAFE-9BD96A5B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2720"/>
            <a:ext cx="2143125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Un resumen anual o mensual al estilo Spotify con datos de visionado.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22FAF-46D2-44A2-B369-FDF551DC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600325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5AB80-814B-4C60-8522-E7A19267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05050"/>
            <a:ext cx="214312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Descubrir usuarios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595F8-4CBF-4F22-A746-FD794E8B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12720"/>
            <a:ext cx="2143125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Localizar perfiles afines y potenciar la parte social de la app.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C9591-A40C-4C43-AC8F-B23F340B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76450"/>
            <a:ext cx="2600325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A8A20-715B-4EC8-917D-A5F17EC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2143125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Sugerencias inteligentes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7AB18-557B-4A19-93A1-2CA4C823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87040"/>
            <a:ext cx="2143125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Recomendaciones por actor, director y criterios relacionados.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0779A-1E07-4377-94A1-639846DD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76450"/>
            <a:ext cx="2600325" cy="2286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86281-26F3-4FB4-B520-00797652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05050"/>
            <a:ext cx="214312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Decision mas rapida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20D54-ACF0-4C39-9721-DC7F3050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12720"/>
            <a:ext cx="2143125" cy="6172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7D7"/>
                </a:solidFill>
              </a:defRPr>
            </a:pPr>
            <a:r>
              <a:t>Mejorar todavia mas la ayuda para saber que ver en cada momento.</a:t>
            </a:r>
          </a:p>
        </p:txBody>
      </p:sp>
    </p:spTree>
    <p:extLst>
      <p:ext uri="{BB962C8B-B14F-4D97-AF65-F5344CB8AC3E}">
        <p14:creationId xmlns:p14="http://schemas.microsoft.com/office/powerpoint/2010/main" val="330148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23DDAE-4421-4691-B79F-FCF94908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7B17B-2A2E-46A5-B0A9-6D3EB949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5725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ECF8E"/>
                </a:solidFill>
              </a:defRPr>
            </a:pPr>
            <a:r>
              <a:t>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8033D-CC50-4126-853B-93DEC314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9640"/>
            <a:ext cx="8572500" cy="96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FFFFFF"/>
                </a:solidFill>
              </a:defRPr>
            </a:pPr>
            <a:r>
              <a:t>Plotea me ha servido para aprender a construir mejor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DB546-BBA9-4571-B7C5-9281D9E9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4060"/>
            <a:ext cx="857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A9A9A"/>
                </a:solidFill>
              </a:defRPr>
            </a:pPr>
            <a:r>
              <a:t>El resultado final no se parece del todo a la idea inicial, pero eso tambien forma parte del aprendizaje.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FFA0F-B3CB-4CE1-AC63-C533754E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6510"/>
            <a:ext cx="10972800" cy="27622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20202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9777E-F8D9-4E9A-B3DB-95BE061D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2260"/>
            <a:ext cx="15240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ECF8E"/>
                </a:solidFill>
              </a:defRPr>
            </a:pPr>
            <a: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2F4D6-1A1A-4B78-A8E8-1D229216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42260"/>
            <a:ext cx="561975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7D7D7"/>
                </a:solidFill>
              </a:defRPr>
            </a:pPr>
            <a:r>
              <a:t>He aprendido a trabajar mas paso a paso.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7FE95-79A6-461C-A435-365C3BA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3740"/>
            <a:ext cx="15240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ECF8E"/>
                </a:solidFill>
              </a:defRPr>
            </a:pPr>
            <a: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344D8-A282-4EDC-B8C4-CAD4DCC1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3740"/>
            <a:ext cx="561975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7D7D7"/>
                </a:solidFill>
              </a:defRPr>
            </a:pPr>
            <a:r>
              <a:t>He aprendido a crear el proyecto de forma mas granular, separando mejor en componentes.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17D38-D8BD-4A36-BF6B-01CF5A6D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52400" cy="2400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ECF8E"/>
                </a:solidFill>
              </a:defRPr>
            </a:pPr>
            <a: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82A24-09CF-443B-852F-57242FDA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5619750" cy="480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7D7D7"/>
                </a:solidFill>
              </a:defRPr>
            </a:pPr>
            <a:r>
              <a:t>Termino contento por haber podido sacar adelante una app completa y funcional.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416DB-C5B3-49A6-8867-C01DA26B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42260"/>
            <a:ext cx="40005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ECF8E"/>
                </a:solidFill>
              </a:defRPr>
            </a:pPr>
            <a:r>
              <a:t>Idea inicial vs resultado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2081E-9982-4B8D-BA99-90583AE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49930"/>
            <a:ext cx="400050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9A9A9A"/>
                </a:solidFill>
              </a:defRPr>
            </a:pPr>
            <a:r>
              <a:t>La aplicacion final no se parece exactamente a lo que habia imaginado al principio, pero ha evolucionado hacia algo mas realista, mas util y mejor construido.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C0A64-CF5F-4118-BD9F-51CDC68F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2610"/>
            <a:ext cx="990600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t>Plotea demuestra que una idea personal puede convertirse en un producto completo cuando se baja a tierra con decisiones tecnicas y funcionales claras.</a:t>
            </a:r>
          </a:p>
        </p:txBody>
      </p:sp>
    </p:spTree>
    <p:extLst>
      <p:ext uri="{BB962C8B-B14F-4D97-AF65-F5344CB8AC3E}">
        <p14:creationId xmlns:p14="http://schemas.microsoft.com/office/powerpoint/2010/main" val="1363930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2026-05-22T07:10:04.7640000Z</dcterms:created>
  <dcterms:modified xsi:type="dcterms:W3CDTF">2026-05-22T07:10:04.7640000Z</dcterms:modified>
</coreProperties>
</file>