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4ffb732fb846b7" /><Relationship Type="http://schemas.openxmlformats.org/officeDocument/2006/relationships/extended-properties" Target="/docProps/app.xml" Id="R3b58c13be301404f" /><Relationship Type="http://schemas.openxmlformats.org/officeDocument/2006/relationships/officeDocument" Target="/ppt/presentation.xml" Id="R9af885bc8daf41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5a6641ae44ff6"/>
  </p:sldMasterIdLst>
  <p:notesMasterIdLst>
    <p:notesMasterId xmlns:r="http://schemas.openxmlformats.org/officeDocument/2006/relationships" r:id="R16b7b3b80a814179"/>
  </p:notesMasterIdLst>
  <p:sldIdLst>
    <p:sldId xmlns:r="http://schemas.openxmlformats.org/officeDocument/2006/relationships" id="256" r:id="Rab2d7a7672ab432c"/>
    <p:sldId xmlns:r="http://schemas.openxmlformats.org/officeDocument/2006/relationships" id="257" r:id="Ra0943691289946d9"/>
    <p:sldId xmlns:r="http://schemas.openxmlformats.org/officeDocument/2006/relationships" id="258" r:id="R8fddec4efc034027"/>
    <p:sldId xmlns:r="http://schemas.openxmlformats.org/officeDocument/2006/relationships" id="259" r:id="Ra555b31be47d4a47"/>
    <p:sldId xmlns:r="http://schemas.openxmlformats.org/officeDocument/2006/relationships" id="260" r:id="Rd3bc4a21beff4510"/>
    <p:sldId xmlns:r="http://schemas.openxmlformats.org/officeDocument/2006/relationships" id="261" r:id="Rb4b56b3284314c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5a6641ae44ff6" /><Relationship Type="http://schemas.openxmlformats.org/officeDocument/2006/relationships/theme" Target="/ppt/theme/theme1.xml" Id="Rb930344386ea44b8" /><Relationship Type="http://schemas.openxmlformats.org/officeDocument/2006/relationships/notesMaster" Target="/ppt/notesMasters/notesMaster1.xml" Id="R16b7b3b80a814179" /><Relationship Type="http://schemas.openxmlformats.org/officeDocument/2006/relationships/presProps" Target="/ppt/presProps.xml" Id="Rb2e5da50fdb54664" /><Relationship Type="http://schemas.openxmlformats.org/officeDocument/2006/relationships/viewProps" Target="/ppt/viewProps.xml" Id="Rf6fdd2fdc4b04447" /><Relationship Type="http://schemas.openxmlformats.org/officeDocument/2006/relationships/tableStyles" Target="/ppt/tableStyles.xml" Id="Rd1ab10ceb9804703" /><Relationship Type="http://schemas.openxmlformats.org/officeDocument/2006/relationships/slide" Target="/ppt/slides/slide1.xml" Id="Rab2d7a7672ab432c" /><Relationship Type="http://schemas.openxmlformats.org/officeDocument/2006/relationships/slide" Target="/ppt/slides/slide2.xml" Id="Ra0943691289946d9" /><Relationship Type="http://schemas.openxmlformats.org/officeDocument/2006/relationships/slide" Target="/ppt/slides/slide3.xml" Id="R8fddec4efc034027" /><Relationship Type="http://schemas.openxmlformats.org/officeDocument/2006/relationships/slide" Target="/ppt/slides/slide4.xml" Id="Ra555b31be47d4a47" /><Relationship Type="http://schemas.openxmlformats.org/officeDocument/2006/relationships/slide" Target="/ppt/slides/slide5.xml" Id="Rd3bc4a21beff4510" /><Relationship Type="http://schemas.openxmlformats.org/officeDocument/2006/relationships/slide" Target="/ppt/slides/slide6.xml" Id="Rb4b56b3284314c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314134c0ac7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34a2478fb94ea4" /><Relationship Type="http://schemas.openxmlformats.org/officeDocument/2006/relationships/notesMaster" Target="/ppt/notesMasters/notesMaster1.xml" Id="R36ec91d42da049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53ed46c8aa47d1" /><Relationship Type="http://schemas.openxmlformats.org/officeDocument/2006/relationships/notesMaster" Target="/ppt/notesMasters/notesMaster1.xml" Id="Ra089552f5f2c46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8a6a2f1064d4e" /><Relationship Type="http://schemas.openxmlformats.org/officeDocument/2006/relationships/notesMaster" Target="/ppt/notesMasters/notesMaster1.xml" Id="R44179c46a54e43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abc732a64349af" /><Relationship Type="http://schemas.openxmlformats.org/officeDocument/2006/relationships/notesMaster" Target="/ppt/notesMasters/notesMaster1.xml" Id="Rd971b872317146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d933c9955544d8" /><Relationship Type="http://schemas.openxmlformats.org/officeDocument/2006/relationships/notesMaster" Target="/ppt/notesMasters/notesMaster1.xml" Id="Rd664097a939a4e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d29df7cde9464f" /><Relationship Type="http://schemas.openxmlformats.org/officeDocument/2006/relationships/notesMaster" Target="/ppt/notesMasters/notesMaster1.xml" Id="R8ae4e961cd4a48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efe16f80c44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4415e5614474c4d" /><Relationship Type="http://schemas.openxmlformats.org/officeDocument/2006/relationships/slideLayout" Target="/ppt/slideLayouts/slideLayout2.xml" Id="R6a8bcdafa04641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8bcdafa04641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07880ef29f4d56" /><Relationship Type="http://schemas.openxmlformats.org/officeDocument/2006/relationships/image" Target="/ppt/media/image.png" Id="R318855c061bd4dd4" /><Relationship Type="http://schemas.openxmlformats.org/officeDocument/2006/relationships/notesSlide" Target="/ppt/notesSlides/notesSlide1.xml" Id="R984497e6cfbc4c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3a8f2c7d2e4000" /><Relationship Type="http://schemas.openxmlformats.org/officeDocument/2006/relationships/notesSlide" Target="/ppt/notesSlides/notesSlide2.xml" Id="R2873dc4747c44a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91970bca4a450f" /><Relationship Type="http://schemas.openxmlformats.org/officeDocument/2006/relationships/notesSlide" Target="/ppt/notesSlides/notesSlide3.xml" Id="R6ae0dc8bb1744f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69d1029d6a4626" /><Relationship Type="http://schemas.openxmlformats.org/officeDocument/2006/relationships/notesSlide" Target="/ppt/notesSlides/notesSlide4.xml" Id="Rf4a1fce4599943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577f3b5b8440c7" /><Relationship Type="http://schemas.openxmlformats.org/officeDocument/2006/relationships/notesSlide" Target="/ppt/notesSlides/notesSlide5.xml" Id="R8183f98562794c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41f987b39d46ec" /><Relationship Type="http://schemas.openxmlformats.org/officeDocument/2006/relationships/notesSlide" Target="/ppt/notesSlides/notesSlide6.xml" Id="R3623cd9a700b43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5C98CEA-169C-4C7F-A6DB-118A5B0F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2" name="glow-top">
            <a:extLst xmlns:a="http://schemas.openxmlformats.org/drawingml/2006/main">
              <a:ext uri="{FF2B5EF4-FFF2-40B4-BE49-F238E27FC236}">
                <a16:creationId xmlns:a16="http://schemas.microsoft.com/office/drawing/2014/main" id="{07DDB358-0333-40AE-935D-D699F780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F8E">
              <a:alpha val="9412"/>
            </a:srgbClr>
          </a:solidFill>
          <a:ln xmlns:a="http://schemas.openxmlformats.org/drawingml/2006/main" w="0">
            <a:solidFill>
              <a:srgbClr val="3ECF8E">
                <a:alpha val="9412"/>
              </a:srgbClr>
            </a:solidFill>
            <a:prstDash val="solid"/>
          </a:ln>
        </p:spPr>
      </p:sp>
      <p:sp>
        <p:nvSpPr>
          <p:cNvPr id="3" name="glow-bottom">
            <a:extLst xmlns:a="http://schemas.openxmlformats.org/drawingml/2006/main">
              <a:ext uri="{FF2B5EF4-FFF2-40B4-BE49-F238E27FC236}">
                <a16:creationId xmlns:a16="http://schemas.microsoft.com/office/drawing/2014/main" id="{75CC9CDF-55DF-4107-AA2D-C7EDA29B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572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FFFFFF">
                <a:alpha val="2353"/>
              </a:srgbClr>
            </a:solidFill>
            <a:prstDash val="solid"/>
          </a:ln>
        </p:spPr>
      </p:sp>
      <p:sp>
        <p:nvSpPr>
          <p:cNvPr id="4" name="cover-panel">
            <a:extLst xmlns:a="http://schemas.openxmlformats.org/drawingml/2006/main">
              <a:ext uri="{FF2B5EF4-FFF2-40B4-BE49-F238E27FC236}">
                <a16:creationId xmlns:a16="http://schemas.microsoft.com/office/drawing/2014/main" id="{6750D80E-180C-4051-A34D-EE1D221A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45720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5" name="chip-PROYECTO FINAL">
            <a:extLst xmlns:a="http://schemas.openxmlformats.org/drawingml/2006/main">
              <a:ext uri="{FF2B5EF4-FFF2-40B4-BE49-F238E27FC236}">
                <a16:creationId xmlns:a16="http://schemas.microsoft.com/office/drawing/2014/main" id="{FB7D4C52-7CE2-437D-8794-1218C0AD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0668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6412E-4778-43B8-8664-40C0241E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334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PROYECTO FINAL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0C62557-B5B0-49D6-B8DD-966B1F16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361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Plotea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8BB5A1F-5696-405F-A038-6E1B2042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733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Una red social de cine y series pensada como alternativa a Letterboxd: mas intuitiva, mas rapida y hecha como una app que yo mismo usaria.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6AB54D1B-91E8-40B3-A51F-D6EB91E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339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1"/>
          </a:solidFill>
          <a:ln xmlns:a="http://schemas.openxmlformats.org/drawingml/2006/main" w="0">
            <a:solidFill>
              <a:srgbClr val="243041"/>
            </a:solidFill>
            <a:prstDash val="solid"/>
          </a:ln>
        </p:spPr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6A664AD-CC21-4338-8825-3E93FB09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Presentacion breve del trabajo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A982E17-544D-4E98-A96D-921F8E80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81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38195"/>
                </a:solidFill>
                <a:latin typeface="Aptos"/>
                <a:ea typeface="Aptos"/>
                <a:cs typeface="Aptos"/>
              </a:rPr>
              <a:t>Concepto, dificultades, mejoras y aprendizajes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855c061bd4dd4"/>
          <a:stretch xmlns:a="http://schemas.openxmlformats.org/drawingml/2006/main"/>
        </p:blipFill>
        <p:spPr>
          <a:xfrm xmlns:a="http://schemas.openxmlformats.org/drawingml/2006/main">
            <a:off x="5943600" y="1917123"/>
            <a:ext cx="5543550" cy="302375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5EC79-F6D4-4DD2-83FB-3C0C68D6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819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38195"/>
                </a:solidFill>
                <a:latin typeface="Aptos"/>
                <a:ea typeface="Aptos"/>
                <a:cs typeface="Aptos"/>
              </a:rPr>
              <a:t>Plotea  /  Portada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E4F96-1810-4C51-908A-8BEB9FBD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998855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C084E60-E7CB-4AE4-B0AA-22B4EB35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2" name="glow-top">
            <a:extLst xmlns:a="http://schemas.openxmlformats.org/drawingml/2006/main">
              <a:ext uri="{FF2B5EF4-FFF2-40B4-BE49-F238E27FC236}">
                <a16:creationId xmlns:a16="http://schemas.microsoft.com/office/drawing/2014/main" id="{148F3580-55E1-4965-9802-52EA2E4A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F8E">
              <a:alpha val="9412"/>
            </a:srgbClr>
          </a:solidFill>
          <a:ln xmlns:a="http://schemas.openxmlformats.org/drawingml/2006/main" w="0">
            <a:solidFill>
              <a:srgbClr val="3ECF8E">
                <a:alpha val="9412"/>
              </a:srgbClr>
            </a:solidFill>
            <a:prstDash val="solid"/>
          </a:ln>
        </p:spPr>
      </p:sp>
      <p:sp>
        <p:nvSpPr>
          <p:cNvPr id="3" name="glow-bottom">
            <a:extLst xmlns:a="http://schemas.openxmlformats.org/drawingml/2006/main">
              <a:ext uri="{FF2B5EF4-FFF2-40B4-BE49-F238E27FC236}">
                <a16:creationId xmlns:a16="http://schemas.microsoft.com/office/drawing/2014/main" id="{3D68D1DA-498D-4A8F-A200-9D1FC723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572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FFFFFF">
                <a:alpha val="2353"/>
              </a:srgbClr>
            </a:solidFill>
            <a:prstDash val="solid"/>
          </a:ln>
        </p:spPr>
      </p:sp>
      <p:sp>
        <p:nvSpPr>
          <p:cNvPr id="4" name="rail">
            <a:extLst xmlns:a="http://schemas.openxmlformats.org/drawingml/2006/main">
              <a:ext uri="{FF2B5EF4-FFF2-40B4-BE49-F238E27FC236}">
                <a16:creationId xmlns:a16="http://schemas.microsoft.com/office/drawing/2014/main" id="{2AB3956B-6C1D-489A-B0C1-B5A8B0E2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8575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0">
            <a:solidFill>
              <a:srgbClr val="3ECF8E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DF9057-690B-4662-A9C2-4B555EE8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DE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DE80"/>
                </a:solidFill>
                <a:latin typeface="Aptos"/>
                <a:ea typeface="Aptos"/>
                <a:cs typeface="Aptos"/>
              </a:rPr>
              <a:t>INTRODUCCION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6066621-4648-4FE8-BDA4-ACC8D20F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4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Plotea nace de una necesidad real de uso.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C540B9E-11C9-4C5B-BADD-B8BEF203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5905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La idea surge del cansancio con Letterboxd: una experiencia poco intuitiva, con caidas o lentitud en algunos momentos y sin soporte para series. El objetivo era construir una app social de cine que resultara mas clara, mas rapida y realmente util para el dia a dia.</a:t>
            </a:r>
          </a:p>
        </p:txBody>
      </p:sp>
      <p:sp>
        <p:nvSpPr>
          <p:cNvPr id="8" name="card-Mas intuitiva">
            <a:extLst xmlns:a="http://schemas.openxmlformats.org/drawingml/2006/main">
              <a:ext uri="{FF2B5EF4-FFF2-40B4-BE49-F238E27FC236}">
                <a16:creationId xmlns:a16="http://schemas.microsoft.com/office/drawing/2014/main" id="{169A0214-4553-4483-B12D-4A1402E4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0490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>
              <a:alpha val="18039"/>
            </a:srgbClr>
          </a:solidFill>
          <a:ln xmlns:a="http://schemas.openxmlformats.org/drawingml/2006/main" w="9525">
            <a:solidFill>
              <a:srgbClr val="3ECF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661D9-A6E8-4288-A206-9C58E17B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76350"/>
            <a:ext cx="3486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Mas intuitiva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5E890-AF79-4F25-BF99-D3BC585A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95450"/>
            <a:ext cx="3486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Reducir friccion para registrar, descubrir y compartir contenido.</a:t>
            </a:r>
          </a:p>
        </p:txBody>
      </p:sp>
      <p:sp>
        <p:nvSpPr>
          <p:cNvPr id="11" name="card-Mas rapida">
            <a:extLst xmlns:a="http://schemas.openxmlformats.org/drawingml/2006/main">
              <a:ext uri="{FF2B5EF4-FFF2-40B4-BE49-F238E27FC236}">
                <a16:creationId xmlns:a16="http://schemas.microsoft.com/office/drawing/2014/main" id="{F49E6D5A-2EDB-4108-B5AB-BF0E9A8B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2B349-1FB6-4F1F-89EA-FF4A392E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90800"/>
            <a:ext cx="3486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Mas rapida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148E7-4B61-4A0D-8449-3F396D3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09900"/>
            <a:ext cx="3486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Mejor respuesta y menos sensacion de bloqueo en el uso diario.</a:t>
            </a:r>
          </a:p>
        </p:txBody>
      </p:sp>
      <p:sp>
        <p:nvSpPr>
          <p:cNvPr id="14" name="card-Con series">
            <a:extLst xmlns:a="http://schemas.openxmlformats.org/drawingml/2006/main">
              <a:ext uri="{FF2B5EF4-FFF2-40B4-BE49-F238E27FC236}">
                <a16:creationId xmlns:a16="http://schemas.microsoft.com/office/drawing/2014/main" id="{2657C075-22E3-4282-AB8A-A6039250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7F6E4-E9FD-43D6-A2E0-BAA5D1EA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05250"/>
            <a:ext cx="3486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Con series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E2C5D-0685-45FA-A764-8FAC4FCD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24350"/>
            <a:ext cx="3486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Cubrir una carencia importante de la app de referencia.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B2B07989-1075-4A25-858D-80DE0D26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581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En resumen: no era solo copiar una app existente, sino resolver problemas que como usuario notaba de verdad.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2639B-10D5-4924-8719-271A54F2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819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38195"/>
                </a:solidFill>
                <a:latin typeface="Aptos"/>
                <a:ea typeface="Aptos"/>
                <a:cs typeface="Aptos"/>
              </a:rPr>
              <a:t>Plotea  /  Introduccion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FA225-CF79-47D6-A442-F8818906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06234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EE353E9-03DB-462D-89B6-C50D8B4C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2" name="glow-top">
            <a:extLst xmlns:a="http://schemas.openxmlformats.org/drawingml/2006/main">
              <a:ext uri="{FF2B5EF4-FFF2-40B4-BE49-F238E27FC236}">
                <a16:creationId xmlns:a16="http://schemas.microsoft.com/office/drawing/2014/main" id="{842EC7E6-AA5B-4B90-A9E9-EB7FAA25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F8E">
              <a:alpha val="9412"/>
            </a:srgbClr>
          </a:solidFill>
          <a:ln xmlns:a="http://schemas.openxmlformats.org/drawingml/2006/main" w="0">
            <a:solidFill>
              <a:srgbClr val="3ECF8E">
                <a:alpha val="9412"/>
              </a:srgbClr>
            </a:solidFill>
            <a:prstDash val="solid"/>
          </a:ln>
        </p:spPr>
      </p:sp>
      <p:sp>
        <p:nvSpPr>
          <p:cNvPr id="3" name="glow-bottom">
            <a:extLst xmlns:a="http://schemas.openxmlformats.org/drawingml/2006/main">
              <a:ext uri="{FF2B5EF4-FFF2-40B4-BE49-F238E27FC236}">
                <a16:creationId xmlns:a16="http://schemas.microsoft.com/office/drawing/2014/main" id="{80E4E0BA-5727-48C0-836C-1E04EE72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572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FFFFFF">
                <a:alpha val="2353"/>
              </a:srgbClr>
            </a:solidFill>
            <a:prstDash val="solid"/>
          </a:ln>
        </p:spPr>
      </p:sp>
      <p:sp>
        <p:nvSpPr>
          <p:cNvPr id="4" name="rail">
            <a:extLst xmlns:a="http://schemas.openxmlformats.org/drawingml/2006/main">
              <a:ext uri="{FF2B5EF4-FFF2-40B4-BE49-F238E27FC236}">
                <a16:creationId xmlns:a16="http://schemas.microsoft.com/office/drawing/2014/main" id="{631DDA6E-021A-4E08-BCD2-F4D2BFCF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8575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0">
            <a:solidFill>
              <a:srgbClr val="3ECF8E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59763DC-2DFD-4B6A-867B-1A15E5BB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DE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DE80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48E10F5-559A-4060-A163-99D6C33B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4400"/>
            <a:ext cx="819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El proyecto buscaba una experiencia social de cine mas completa.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D1A5F6D-8BA1-46BE-8F5D-8C6C942C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La referencia no era solo tecnica; tambien era personal. La meta era levantar una base end to end para una app que yo mismo quisiera abrir, usar y seguir mejorando.</a:t>
            </a:r>
          </a:p>
        </p:txBody>
      </p:sp>
      <p:sp>
        <p:nvSpPr>
          <p:cNvPr id="8" name="card-Registro">
            <a:extLst xmlns:a="http://schemas.openxmlformats.org/drawingml/2006/main">
              <a:ext uri="{FF2B5EF4-FFF2-40B4-BE49-F238E27FC236}">
                <a16:creationId xmlns:a16="http://schemas.microsoft.com/office/drawing/2014/main" id="{C280CE24-335F-483A-8C68-4B4B677E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400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>
              <a:alpha val="18039"/>
            </a:srgbClr>
          </a:solidFill>
          <a:ln xmlns:a="http://schemas.openxmlformats.org/drawingml/2006/main" w="9525">
            <a:solidFill>
              <a:srgbClr val="3ECF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F8944-FC0D-489D-853B-694ED262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Registro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D93DF-0850-4B0C-8CB9-854630B9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Guardar peliculas y series vistas dentro de una experiencia mas clara.</a:t>
            </a:r>
          </a:p>
        </p:txBody>
      </p:sp>
      <p:sp>
        <p:nvSpPr>
          <p:cNvPr id="11" name="card-Descubrimiento">
            <a:extLst xmlns:a="http://schemas.openxmlformats.org/drawingml/2006/main">
              <a:ext uri="{FF2B5EF4-FFF2-40B4-BE49-F238E27FC236}">
                <a16:creationId xmlns:a16="http://schemas.microsoft.com/office/drawing/2014/main" id="{73D9FE2E-49B8-4717-8632-946446B1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2400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96484-DBE9-4FFB-88BC-C09852BE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9560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Descubrimiento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9D700-3E57-4E51-BD72-2D8A1AA1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147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Encontrar contenido y perfiles con menos friccion de navegacion.</a:t>
            </a:r>
          </a:p>
        </p:txBody>
      </p:sp>
      <p:sp>
        <p:nvSpPr>
          <p:cNvPr id="14" name="card-Comunidad">
            <a:extLst xmlns:a="http://schemas.openxmlformats.org/drawingml/2006/main">
              <a:ext uri="{FF2B5EF4-FFF2-40B4-BE49-F238E27FC236}">
                <a16:creationId xmlns:a16="http://schemas.microsoft.com/office/drawing/2014/main" id="{69E4231B-0090-4B79-B5BC-4E945581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2400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83071-2FBE-429E-A620-504FA898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Comunidad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B82E4-4818-4B8C-9528-24DEF71E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147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Pensar la app como una red social y no solo como un listado personal.</a:t>
            </a:r>
          </a:p>
        </p:txBody>
      </p:sp>
      <p:sp>
        <p:nvSpPr>
          <p:cNvPr id="17" name="card-Base tecnica">
            <a:extLst xmlns:a="http://schemas.openxmlformats.org/drawingml/2006/main">
              <a:ext uri="{FF2B5EF4-FFF2-40B4-BE49-F238E27FC236}">
                <a16:creationId xmlns:a16="http://schemas.microsoft.com/office/drawing/2014/main" id="{A79E12BA-0547-4B5B-A812-4BAD6403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400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829AC-9329-40E9-B5B1-A3AFE0A3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Base tecnica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833F7-BB30-407D-8C07-1B766D67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Montar un proyecto completo con frontend, backend y base de datos.</a:t>
            </a:r>
          </a:p>
        </p:txBody>
      </p:sp>
      <p:sp>
        <p:nvSpPr>
          <p:cNvPr id="20" name="quote-box">
            <a:extLst xmlns:a="http://schemas.openxmlformats.org/drawingml/2006/main">
              <a:ext uri="{FF2B5EF4-FFF2-40B4-BE49-F238E27FC236}">
                <a16:creationId xmlns:a16="http://schemas.microsoft.com/office/drawing/2014/main" id="{F1C25765-CF56-48C9-83DB-415CEBB8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0172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5709F7B0-4755-4D6B-BD7D-371211F2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"Queria hacer una app que yo usaria" fue el criterio que mejor guio las decisiones del producto.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D3EC3-5AB6-4531-B541-4700985B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819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38195"/>
                </a:solidFill>
                <a:latin typeface="Aptos"/>
                <a:ea typeface="Aptos"/>
                <a:cs typeface="Aptos"/>
              </a:rPr>
              <a:t>Plotea  /  Alcance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5297F-CB47-42FB-B519-C0CDE536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88993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2F2E290-DA14-4676-BCF8-2DCB97EB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2" name="glow-top">
            <a:extLst xmlns:a="http://schemas.openxmlformats.org/drawingml/2006/main">
              <a:ext uri="{FF2B5EF4-FFF2-40B4-BE49-F238E27FC236}">
                <a16:creationId xmlns:a16="http://schemas.microsoft.com/office/drawing/2014/main" id="{B7B3E497-DE3F-4AB1-9E24-79AC6E66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F8E">
              <a:alpha val="9412"/>
            </a:srgbClr>
          </a:solidFill>
          <a:ln xmlns:a="http://schemas.openxmlformats.org/drawingml/2006/main" w="0">
            <a:solidFill>
              <a:srgbClr val="3ECF8E">
                <a:alpha val="9412"/>
              </a:srgbClr>
            </a:solidFill>
            <a:prstDash val="solid"/>
          </a:ln>
        </p:spPr>
      </p:sp>
      <p:sp>
        <p:nvSpPr>
          <p:cNvPr id="3" name="glow-bottom">
            <a:extLst xmlns:a="http://schemas.openxmlformats.org/drawingml/2006/main">
              <a:ext uri="{FF2B5EF4-FFF2-40B4-BE49-F238E27FC236}">
                <a16:creationId xmlns:a16="http://schemas.microsoft.com/office/drawing/2014/main" id="{010CB29C-2B94-4162-A0E1-1EC1E0E6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572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FFFFFF">
                <a:alpha val="2353"/>
              </a:srgbClr>
            </a:solidFill>
            <a:prstDash val="solid"/>
          </a:ln>
        </p:spPr>
      </p:sp>
      <p:sp>
        <p:nvSpPr>
          <p:cNvPr id="4" name="rail">
            <a:extLst xmlns:a="http://schemas.openxmlformats.org/drawingml/2006/main">
              <a:ext uri="{FF2B5EF4-FFF2-40B4-BE49-F238E27FC236}">
                <a16:creationId xmlns:a16="http://schemas.microsoft.com/office/drawing/2014/main" id="{4A1059EC-5D92-481D-A387-3679507D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8575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0">
            <a:solidFill>
              <a:srgbClr val="3ECF8E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8FBC54-ECD8-45BF-96AB-2A7479F8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DE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DE80"/>
                </a:solidFill>
                <a:latin typeface="Aptos"/>
                <a:ea typeface="Aptos"/>
                <a:cs typeface="Aptos"/>
              </a:rPr>
              <a:t>DIFICULTADES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4768890-DF53-42C6-9469-D151E2B6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440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Los mayores bloqueos vinieron de dependencias externas y del entorno.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B099A86-DFB9-4627-8C16-17858988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La complejidad no estuvo solo en programar. Tambien aparecieron problemas de servicios, configuracion entre equipos y la presion de cierre de la ultima semana.</a:t>
            </a:r>
          </a:p>
        </p:txBody>
      </p:sp>
      <p:sp>
        <p:nvSpPr>
          <p:cNvPr id="8" name="card-Resend">
            <a:extLst xmlns:a="http://schemas.openxmlformats.org/drawingml/2006/main">
              <a:ext uri="{FF2B5EF4-FFF2-40B4-BE49-F238E27FC236}">
                <a16:creationId xmlns:a16="http://schemas.microsoft.com/office/drawing/2014/main" id="{6B5B02AA-D2B1-46BA-81C6-B8D60A2A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3143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>
              <a:alpha val="18039"/>
            </a:srgbClr>
          </a:solidFill>
          <a:ln xmlns:a="http://schemas.openxmlformats.org/drawingml/2006/main" w="9525">
            <a:solidFill>
              <a:srgbClr val="3ECF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C1273-4BAD-4009-B465-4C6A428C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Resend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84542-9B53-4BE8-9C6F-60A438FB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2724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Hubo muchas pruebas antes de descubrir que el flujo dependia de pagar un dominio o usar la cuenta con la que se registro el servicio.</a:t>
            </a:r>
          </a:p>
        </p:txBody>
      </p:sp>
      <p:sp>
        <p:nvSpPr>
          <p:cNvPr id="11" name="card-Entorno tecnico">
            <a:extLst xmlns:a="http://schemas.openxmlformats.org/drawingml/2006/main">
              <a:ext uri="{FF2B5EF4-FFF2-40B4-BE49-F238E27FC236}">
                <a16:creationId xmlns:a16="http://schemas.microsoft.com/office/drawing/2014/main" id="{3A574E1D-D1B7-4A14-9FA3-07EECC99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3143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DEC7F-8888-4BE8-AAF8-282831EC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Entorno tecnico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AD220-A2F5-4480-B5FA-F4BF4B32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2724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Trabajar en varios PCs genero friccion con versiones distintas de Node, ngrok y Expo.</a:t>
            </a:r>
          </a:p>
        </p:txBody>
      </p:sp>
      <p:sp>
        <p:nvSpPr>
          <p:cNvPr id="14" name="card-Ultima semana">
            <a:extLst xmlns:a="http://schemas.openxmlformats.org/drawingml/2006/main">
              <a:ext uri="{FF2B5EF4-FFF2-40B4-BE49-F238E27FC236}">
                <a16:creationId xmlns:a16="http://schemas.microsoft.com/office/drawing/2014/main" id="{5D69B5C8-A6A1-4648-8411-C2C0B60A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67000"/>
            <a:ext cx="3143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FEF4C-AFDE-4608-84CC-12CCD239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Ultima semana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39FF2-DBEB-4AA0-A382-55C14FD5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2724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La recta final trajo ansiedad y presion por no saber si se llegaba a tiempo.</a:t>
            </a:r>
          </a:p>
        </p:txBody>
      </p:sp>
      <p:sp>
        <p:nvSpPr>
          <p:cNvPr id="17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871177BF-D076-4246-AB4F-58C3CF4C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0039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1"/>
          </a:solidFill>
          <a:ln xmlns:a="http://schemas.openxmlformats.org/drawingml/2006/main" w="0">
            <a:solidFill>
              <a:srgbClr val="243041"/>
            </a:solidFill>
            <a:prstDash val="solid"/>
          </a:ln>
        </p:spPr>
      </p:sp>
      <p:sp>
        <p:nvSpPr>
          <p:cNvPr id="18" name="dot-1">
            <a:extLst xmlns:a="http://schemas.openxmlformats.org/drawingml/2006/main">
              <a:ext uri="{FF2B5EF4-FFF2-40B4-BE49-F238E27FC236}">
                <a16:creationId xmlns:a16="http://schemas.microsoft.com/office/drawing/2014/main" id="{DC9F1016-7251-4AEA-83B6-2703AAFD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0">
            <a:solidFill>
              <a:srgbClr val="3ECF8E"/>
            </a:solidFill>
            <a:prstDash val="solid"/>
          </a:ln>
        </p:spPr>
      </p:sp>
      <p:sp>
        <p:nvSpPr>
          <p:cNvPr id="19" name="dot-2">
            <a:extLst xmlns:a="http://schemas.openxmlformats.org/drawingml/2006/main">
              <a:ext uri="{FF2B5EF4-FFF2-40B4-BE49-F238E27FC236}">
                <a16:creationId xmlns:a16="http://schemas.microsoft.com/office/drawing/2014/main" id="{5A61A26E-96A9-4F12-B397-8380C41C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0" name="dot-3">
            <a:extLst xmlns:a="http://schemas.openxmlformats.org/drawingml/2006/main">
              <a:ext uri="{FF2B5EF4-FFF2-40B4-BE49-F238E27FC236}">
                <a16:creationId xmlns:a16="http://schemas.microsoft.com/office/drawing/2014/main" id="{5D6C590A-3F63-44F7-9F38-A5CF8578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219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42774-0183-439A-9B5E-1B17EB16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819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38195"/>
                </a:solidFill>
                <a:latin typeface="Aptos"/>
                <a:ea typeface="Aptos"/>
                <a:cs typeface="Aptos"/>
              </a:rPr>
              <a:t>Plotea  /  Dificultades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CD7EA-4B4F-46F3-A423-C5231355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38656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2639CF3-2FA4-4861-800B-242B5259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2" name="glow-top">
            <a:extLst xmlns:a="http://schemas.openxmlformats.org/drawingml/2006/main">
              <a:ext uri="{FF2B5EF4-FFF2-40B4-BE49-F238E27FC236}">
                <a16:creationId xmlns:a16="http://schemas.microsoft.com/office/drawing/2014/main" id="{36FA190E-137D-45B6-91D9-606A5784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F8E">
              <a:alpha val="9412"/>
            </a:srgbClr>
          </a:solidFill>
          <a:ln xmlns:a="http://schemas.openxmlformats.org/drawingml/2006/main" w="0">
            <a:solidFill>
              <a:srgbClr val="3ECF8E">
                <a:alpha val="9412"/>
              </a:srgbClr>
            </a:solidFill>
            <a:prstDash val="solid"/>
          </a:ln>
        </p:spPr>
      </p:sp>
      <p:sp>
        <p:nvSpPr>
          <p:cNvPr id="3" name="glow-bottom">
            <a:extLst xmlns:a="http://schemas.openxmlformats.org/drawingml/2006/main">
              <a:ext uri="{FF2B5EF4-FFF2-40B4-BE49-F238E27FC236}">
                <a16:creationId xmlns:a16="http://schemas.microsoft.com/office/drawing/2014/main" id="{963E9B6B-FE07-487A-BA72-AF1FA94E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572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FFFFFF">
                <a:alpha val="2353"/>
              </a:srgbClr>
            </a:solidFill>
            <a:prstDash val="solid"/>
          </a:ln>
        </p:spPr>
      </p:sp>
      <p:sp>
        <p:nvSpPr>
          <p:cNvPr id="4" name="rail">
            <a:extLst xmlns:a="http://schemas.openxmlformats.org/drawingml/2006/main">
              <a:ext uri="{FF2B5EF4-FFF2-40B4-BE49-F238E27FC236}">
                <a16:creationId xmlns:a16="http://schemas.microsoft.com/office/drawing/2014/main" id="{1D083B8E-CCD5-430F-B687-97B9188B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8575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0">
            <a:solidFill>
              <a:srgbClr val="3ECF8E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ED7BD5-AB21-4787-AA7A-FBFE57BF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DE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DE80"/>
                </a:solidFill>
                <a:latin typeface="Aptos"/>
                <a:ea typeface="Aptos"/>
                <a:cs typeface="Aptos"/>
              </a:rPr>
              <a:t>POSIBLES MEJORAS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03BB652-F84C-4F4F-BDD4-B64CD0F9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44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El siguiente salto esta en el descubrimiento y la comunidad.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1F29B95-C1DE-44B8-873D-827FFDF5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Plotea tiene recorrido mas alla del registro basico. Las mejoras imaginadas apuntan a que la app recomiende mejor, conecte mejor a la gente y genere habitos de uso.</a:t>
            </a:r>
          </a:p>
        </p:txBody>
      </p:sp>
      <p:sp>
        <p:nvSpPr>
          <p:cNvPr id="8" name="chip-Roadmap de producto">
            <a:extLst xmlns:a="http://schemas.openxmlformats.org/drawingml/2006/main">
              <a:ext uri="{FF2B5EF4-FFF2-40B4-BE49-F238E27FC236}">
                <a16:creationId xmlns:a16="http://schemas.microsoft.com/office/drawing/2014/main" id="{404D5A40-C10E-4705-96C1-5A960FC7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DBA98-334F-458B-BA63-F1ABD9C4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Roadmap de producto</a:t>
            </a:r>
          </a:p>
        </p:txBody>
      </p:sp>
      <p:sp>
        <p:nvSpPr>
          <p:cNvPr id="10" name="card-Descubrimiento social">
            <a:extLst xmlns:a="http://schemas.openxmlformats.org/drawingml/2006/main">
              <a:ext uri="{FF2B5EF4-FFF2-40B4-BE49-F238E27FC236}">
                <a16:creationId xmlns:a16="http://schemas.microsoft.com/office/drawing/2014/main" id="{5D076297-CE0B-4684-AEE9-3E0EC8B0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857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>
              <a:alpha val="18039"/>
            </a:srgbClr>
          </a:solidFill>
          <a:ln xmlns:a="http://schemas.openxmlformats.org/drawingml/2006/main" w="9525">
            <a:solidFill>
              <a:srgbClr val="3ECF8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EFCA4-AFF7-448F-BEB3-8801236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443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Descubrimiento social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C99B1-CE62-4B10-8E44-A6F4DC5A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4438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Encontrar perfiles a los que seguir y ampliar la comunidad alrededor de gustos compartidos.</a:t>
            </a:r>
          </a:p>
        </p:txBody>
      </p:sp>
      <p:sp>
        <p:nvSpPr>
          <p:cNvPr id="13" name="card-Noticias de cine">
            <a:extLst xmlns:a="http://schemas.openxmlformats.org/drawingml/2006/main">
              <a:ext uri="{FF2B5EF4-FFF2-40B4-BE49-F238E27FC236}">
                <a16:creationId xmlns:a16="http://schemas.microsoft.com/office/drawing/2014/main" id="{F9F4C5FD-357F-4006-A18F-CA3E368D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4857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835AB-4520-4573-B335-5091C23D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443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Noticias de cine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E1D87-4546-4320-A474-C63E035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10200"/>
            <a:ext cx="443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Incorporar informacion y actualidad para que la app no dependa solo del contenido ya visto.</a:t>
            </a:r>
          </a:p>
        </p:txBody>
      </p:sp>
      <p:sp>
        <p:nvSpPr>
          <p:cNvPr id="16" name="card-Recomendaciones">
            <a:extLst xmlns:a="http://schemas.openxmlformats.org/drawingml/2006/main">
              <a:ext uri="{FF2B5EF4-FFF2-40B4-BE49-F238E27FC236}">
                <a16:creationId xmlns:a16="http://schemas.microsoft.com/office/drawing/2014/main" id="{200EB841-95F9-4CDC-92C0-BFA9ED9F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4476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BEE72-724E-48D0-92F3-43E6E170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405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Recomendaciones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DE8E9-411F-4B2C-8A57-2D5D7AA4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4057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Sugerencias por director, actor o afinidad entre obras.</a:t>
            </a:r>
          </a:p>
        </p:txBody>
      </p:sp>
      <p:sp>
        <p:nvSpPr>
          <p:cNvPr id="19" name="card-Wrapped anual">
            <a:extLst xmlns:a="http://schemas.openxmlformats.org/drawingml/2006/main">
              <a:ext uri="{FF2B5EF4-FFF2-40B4-BE49-F238E27FC236}">
                <a16:creationId xmlns:a16="http://schemas.microsoft.com/office/drawing/2014/main" id="{2378AAF9-4CEC-42E4-A487-7A915F3B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4476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>
              <a:alpha val="18039"/>
            </a:srgbClr>
          </a:solidFill>
          <a:ln xmlns:a="http://schemas.openxmlformats.org/drawingml/2006/main" w="9525">
            <a:solidFill>
              <a:srgbClr val="3ECF8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A0507-B5B0-4653-A011-2E6AF3BA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05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Wrapped anual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00588-A4C8-4065-8C43-E704FBEE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4057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Un resumen tipo Spotify Wrapped para reforzar retencion y personalidad del usuario.</a:t>
            </a:r>
          </a:p>
        </p:txBody>
      </p:sp>
      <p:sp>
        <p:nvSpPr>
          <p:cNvPr id="22" name="card-Vision general">
            <a:extLst xmlns:a="http://schemas.openxmlformats.org/drawingml/2006/main">
              <a:ext uri="{FF2B5EF4-FFF2-40B4-BE49-F238E27FC236}">
                <a16:creationId xmlns:a16="http://schemas.microsoft.com/office/drawing/2014/main" id="{56FBD71D-9C2B-4FCB-A0A6-6E83D618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86350"/>
            <a:ext cx="4476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17E7DC-DE8C-48C5-AC8B-8683087E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57800"/>
            <a:ext cx="405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Vision general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F51E0D-9B97-4511-BF5C-09BD9B20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76900"/>
            <a:ext cx="405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Pasar de app funcional a producto vivo y con identidad propia.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18604-7C9F-4041-8E07-DC1504B9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819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38195"/>
                </a:solidFill>
                <a:latin typeface="Aptos"/>
                <a:ea typeface="Aptos"/>
                <a:cs typeface="Aptos"/>
              </a:rPr>
              <a:t>Plotea  /  Mejoras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54B4E5-2D24-4C31-AB65-9004AFC2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957213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70C9C57-A9DD-443E-8D9A-F7EFBC1F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2" name="glow-top">
            <a:extLst xmlns:a="http://schemas.openxmlformats.org/drawingml/2006/main">
              <a:ext uri="{FF2B5EF4-FFF2-40B4-BE49-F238E27FC236}">
                <a16:creationId xmlns:a16="http://schemas.microsoft.com/office/drawing/2014/main" id="{4F3737E5-5E9C-40B3-90E4-C135212F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F8E">
              <a:alpha val="9412"/>
            </a:srgbClr>
          </a:solidFill>
          <a:ln xmlns:a="http://schemas.openxmlformats.org/drawingml/2006/main" w="0">
            <a:solidFill>
              <a:srgbClr val="3ECF8E">
                <a:alpha val="9412"/>
              </a:srgbClr>
            </a:solidFill>
            <a:prstDash val="solid"/>
          </a:ln>
        </p:spPr>
      </p:sp>
      <p:sp>
        <p:nvSpPr>
          <p:cNvPr id="3" name="glow-bottom">
            <a:extLst xmlns:a="http://schemas.openxmlformats.org/drawingml/2006/main">
              <a:ext uri="{FF2B5EF4-FFF2-40B4-BE49-F238E27FC236}">
                <a16:creationId xmlns:a16="http://schemas.microsoft.com/office/drawing/2014/main" id="{DB9D4295-9A90-4FE9-A9C1-C5ADF03E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572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FFFFFF">
                <a:alpha val="2353"/>
              </a:srgbClr>
            </a:solidFill>
            <a:prstDash val="solid"/>
          </a:ln>
        </p:spPr>
      </p:sp>
      <p:sp>
        <p:nvSpPr>
          <p:cNvPr id="4" name="rail">
            <a:extLst xmlns:a="http://schemas.openxmlformats.org/drawingml/2006/main">
              <a:ext uri="{FF2B5EF4-FFF2-40B4-BE49-F238E27FC236}">
                <a16:creationId xmlns:a16="http://schemas.microsoft.com/office/drawing/2014/main" id="{D70B78C0-54E2-44B1-9514-9CAB6A08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8575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0">
            <a:solidFill>
              <a:srgbClr val="3ECF8E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E3D73C3-B1E7-4797-A559-0A28B805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DE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DE80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CD06F3B-833F-4902-A41B-F8F28C46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4400"/>
            <a:ext cx="847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El proyecto me hizo crecer de una idea a un desarrollo end to end.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DF65F51-3D19-4DD6-82F5-BC0BDCCA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Mas alla del resultado, el aprendizaje principal fue entender mejor como construir un producto completo y avanzar de forma mas ordenada.</a:t>
            </a:r>
          </a:p>
        </p:txBody>
      </p:sp>
      <p:sp>
        <p:nvSpPr>
          <p:cNvPr id="8" name="card-Aprendizajes">
            <a:extLst xmlns:a="http://schemas.openxmlformats.org/drawingml/2006/main">
              <a:ext uri="{FF2B5EF4-FFF2-40B4-BE49-F238E27FC236}">
                <a16:creationId xmlns:a16="http://schemas.microsoft.com/office/drawing/2014/main" id="{451AC35B-7EC9-4A31-9499-7BFADFB0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8196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>
              <a:alpha val="18039"/>
            </a:srgbClr>
          </a:solidFill>
          <a:ln xmlns:a="http://schemas.openxmlformats.org/drawingml/2006/main" w="9525">
            <a:solidFill>
              <a:srgbClr val="3ECF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E1B76-4656-431A-A65E-3CBF45CF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40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Aprendizajes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A7B09-D21F-40AF-AEC7-1DC9C214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44005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Ir poco a poco.</a:t>
            </a:r>
          </a:p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Desarrollar mucho mas por componentes.</a:t>
            </a:r>
          </a:p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Construir un proyecto end to end.</a:t>
            </a:r>
          </a:p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Testear mas.</a:t>
            </a:r>
          </a:p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Crear base de datos desde codigo.</a:t>
            </a:r>
          </a:p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Diseñar o saber buscar referencias de diseño.</a:t>
            </a:r>
          </a:p>
        </p:txBody>
      </p:sp>
      <p:sp>
        <p:nvSpPr>
          <p:cNvPr id="11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0356D365-88CB-4A5F-B9C5-848F3339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46291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9525">
            <a:solidFill>
              <a:srgbClr val="243041"/>
            </a:solidFill>
            <a:prstDash val="solid"/>
          </a:ln>
        </p:spPr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729B53F7-D2D2-4E86-8531-FEC84986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Plotea valida una idea con sentido real: una app social de cine y series mas intuitiva, con una base tecnica que ya permite seguir iterando y ampliando funciones.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BD26CB21-5C76-4807-AF23-C8E104BD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398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0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B0BF"/>
                </a:solidFill>
                <a:latin typeface="Aptos"/>
                <a:ea typeface="Aptos"/>
                <a:cs typeface="Aptos"/>
              </a:rPr>
              <a:t>La mayor conclusion no es solo haber terminado, sino haber aprendido a convertir una necesidad personal en producto.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16963-8B05-4459-AFCA-6FF46558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819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38195"/>
                </a:solidFill>
                <a:latin typeface="Aptos"/>
                <a:ea typeface="Aptos"/>
                <a:cs typeface="Aptos"/>
              </a:rPr>
              <a:t>Plotea  /  Conclusion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A5DF8-8F2D-452C-A6B2-9B96BCC5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38195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55793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2026-05-21T08:02:07.1750000Z</dcterms:created>
  <dcterms:modified xsi:type="dcterms:W3CDTF">2026-05-21T08:02:07.1750000Z</dcterms:modified>
</coreProperties>
</file>